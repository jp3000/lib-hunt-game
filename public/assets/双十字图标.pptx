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3"/>
  </p:normalViewPr>
  <p:slideViewPr>
    <p:cSldViewPr snapToGrid="0" showGuides="1">
      <p:cViewPr>
        <p:scale>
          <a:sx n="175" d="100"/>
          <a:sy n="175" d="100"/>
        </p:scale>
        <p:origin x="-3272" y="-17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485B48-B2E7-7113-E029-AAE484186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0B73FEE-5973-EC95-6E85-93F2ACA5C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08E3AA-FC35-8754-F3FF-1E1B226A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FB2C31-4461-DB71-097B-26B22590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68F40B-F985-FA36-3538-E6AC0BDED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318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77398-4911-26D4-C66E-9B6DB342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13ABA-B9ED-F25D-82FF-D53417DD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0449B-4B9D-A02A-A873-89311277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A0425-4535-158A-C2FD-9EE0B825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D8914-C475-7C01-2B3D-2BEEE424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733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D2775-0E5D-C559-ADB8-5346A00B3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DBAF9F-8D58-6677-17F6-319BC6DB8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767014-4410-1DC2-F136-D86D91FAF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969F8D-C49E-0DBB-9BE9-088D9632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193282-3941-0288-688B-737CF1F9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763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8FE49-7700-CD37-9CAD-C9361018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7EA75-6F15-8B48-51CC-DAC971B75D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F3726-CBD2-3F76-D49A-2A8854583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A77D6D-E5C8-06B7-59A7-4D0629EC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AF5222-71EC-2CFA-11C0-78981E9ED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CA97A1-51F1-5225-A0B4-8BCDDA1E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667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5C550-3E82-2D85-004D-84CF9112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B7F796-145A-6C50-EACB-FB2D5698E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84AAD-0AE0-3545-3845-806E04C31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92F630-C0D2-DF68-969E-D6E8A2AF1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9D7B3-AF7C-19E6-8FE5-CEEE3EC68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A55DFE-81D0-6CCD-63B7-06C92A28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10FC07-42D9-E71B-81FF-7DC4C10F0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CCCD09-4C7B-96A1-66BF-BAC62561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127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5754C-7154-D444-EA02-98EAABB7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0664B6-6177-0EDE-7C5C-0EBED837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25D09D-395C-B2FD-E362-663412F9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41FFC8-82A6-7E13-009D-037A4897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30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D25796-1EA8-7E87-8312-E6D38D29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57B83B-BB72-1218-CA26-B28374D3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D09730-681E-E9D8-375F-F4102220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299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F216F-534D-E8CF-A000-F60250180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35595-4285-8D4F-C729-FD4CA0FA4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141619-18B7-E13E-0679-021ED847D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944FA9-A3CC-2DAA-3290-6B5728171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2C7858-314F-DFCE-4AD0-278C363B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AE495C-D658-8536-858F-4C29F1A30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2887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21853-100B-1F5C-2A32-516A4E2A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D59069-2689-6FC6-17EE-C16A86483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E0ED4D-4042-3CEB-2B61-0CCCD563D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0929B0-53DD-78E4-0DA3-C94EED90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A94F25-7F89-D7FD-4B2B-5143B1139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104ECA-6DD4-ABD1-40B1-747C5620E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410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F4228-D492-CE80-1216-194EB903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7584DA-0F6C-2461-7D98-84786C202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752DCC-00BD-D9FC-2964-1783787D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B636E6-9D93-A545-760B-AF8739F1E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75B77B-3D18-A711-750A-7B8BC55A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007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8E47FD-2792-C114-2872-8839E877C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724AC8-0E54-2B61-C0A7-56CCF6851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F7228E-E055-0320-E1F9-DE211E9B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1989B0-3014-C38E-1931-DBA3ABC6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57F9C-CCB9-F627-DFC9-402E080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7680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0C043D-3859-6591-932B-8455C280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84BD76-CB9E-709B-CB6A-0A254138D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281CDB-7B25-61E3-2CC7-161AA9B35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AE04CA-B607-1A49-909A-1530824253D5}" type="datetimeFigureOut">
              <a:rPr kumimoji="1" lang="zh-CN" altLang="en-US" smtClean="0"/>
              <a:t>2026/5/29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47E6FF-2991-7817-BAE6-3E2511C990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5853-409B-88E5-EED5-1A2C09189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78C11-60B2-1046-BB6B-8F745AFD0D5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8876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7640CA4E-15F3-0E32-5310-869D51B41272}"/>
              </a:ext>
            </a:extLst>
          </p:cNvPr>
          <p:cNvGrpSpPr/>
          <p:nvPr/>
        </p:nvGrpSpPr>
        <p:grpSpPr>
          <a:xfrm rot="5400000">
            <a:off x="5427063" y="2760062"/>
            <a:ext cx="1337874" cy="1337873"/>
            <a:chOff x="5072919" y="2091127"/>
            <a:chExt cx="1337874" cy="1337873"/>
          </a:xfrm>
        </p:grpSpPr>
        <p:pic>
          <p:nvPicPr>
            <p:cNvPr id="5" name="图形 4" descr="添加 纯色填充">
              <a:extLst>
                <a:ext uri="{FF2B5EF4-FFF2-40B4-BE49-F238E27FC236}">
                  <a16:creationId xmlns:a16="http://schemas.microsoft.com/office/drawing/2014/main" id="{A39BD26A-E432-BC03-D955-C447E043CB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2920" y="2091127"/>
              <a:ext cx="1337873" cy="1337873"/>
            </a:xfrm>
            <a:prstGeom prst="rect">
              <a:avLst/>
            </a:prstGeom>
          </p:spPr>
        </p:pic>
        <p:sp>
          <p:nvSpPr>
            <p:cNvPr id="9" name="三角形 8">
              <a:extLst>
                <a:ext uri="{FF2B5EF4-FFF2-40B4-BE49-F238E27FC236}">
                  <a16:creationId xmlns:a16="http://schemas.microsoft.com/office/drawing/2014/main" id="{3F57DBBA-1243-88A1-1D2C-76F37332BD82}"/>
                </a:ext>
              </a:extLst>
            </p:cNvPr>
            <p:cNvSpPr/>
            <p:nvPr/>
          </p:nvSpPr>
          <p:spPr>
            <a:xfrm>
              <a:off x="5564778" y="3130731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三角形 9">
              <a:extLst>
                <a:ext uri="{FF2B5EF4-FFF2-40B4-BE49-F238E27FC236}">
                  <a16:creationId xmlns:a16="http://schemas.microsoft.com/office/drawing/2014/main" id="{43738E6B-3E68-C033-CD65-6B291B716B3B}"/>
                </a:ext>
              </a:extLst>
            </p:cNvPr>
            <p:cNvSpPr/>
            <p:nvPr/>
          </p:nvSpPr>
          <p:spPr>
            <a:xfrm rot="5400000">
              <a:off x="5047883" y="2610929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三角形 10">
              <a:extLst>
                <a:ext uri="{FF2B5EF4-FFF2-40B4-BE49-F238E27FC236}">
                  <a16:creationId xmlns:a16="http://schemas.microsoft.com/office/drawing/2014/main" id="{BF6064B1-485E-8558-A63B-961FE26EBA1B}"/>
                </a:ext>
              </a:extLst>
            </p:cNvPr>
            <p:cNvSpPr/>
            <p:nvPr/>
          </p:nvSpPr>
          <p:spPr>
            <a:xfrm rot="16200000">
              <a:off x="6087488" y="2610929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三角形 11">
              <a:extLst>
                <a:ext uri="{FF2B5EF4-FFF2-40B4-BE49-F238E27FC236}">
                  <a16:creationId xmlns:a16="http://schemas.microsoft.com/office/drawing/2014/main" id="{2AF097A1-167D-F42B-0FF4-611A2D2CD6A1}"/>
                </a:ext>
              </a:extLst>
            </p:cNvPr>
            <p:cNvSpPr/>
            <p:nvPr/>
          </p:nvSpPr>
          <p:spPr>
            <a:xfrm rot="10800000">
              <a:off x="5564778" y="2091127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9118D47-3004-213F-4A9E-31333D41B5BA}"/>
              </a:ext>
            </a:extLst>
          </p:cNvPr>
          <p:cNvGrpSpPr/>
          <p:nvPr/>
        </p:nvGrpSpPr>
        <p:grpSpPr>
          <a:xfrm rot="5400000">
            <a:off x="6292496" y="3600263"/>
            <a:ext cx="348341" cy="348342"/>
            <a:chOff x="5072919" y="2091127"/>
            <a:chExt cx="1337874" cy="1337873"/>
          </a:xfrm>
        </p:grpSpPr>
        <p:pic>
          <p:nvPicPr>
            <p:cNvPr id="15" name="图形 14" descr="添加 纯色填充">
              <a:extLst>
                <a:ext uri="{FF2B5EF4-FFF2-40B4-BE49-F238E27FC236}">
                  <a16:creationId xmlns:a16="http://schemas.microsoft.com/office/drawing/2014/main" id="{89BEDCCE-34B9-742A-38D1-9C73ED2EB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72920" y="2091127"/>
              <a:ext cx="1337873" cy="1337873"/>
            </a:xfrm>
            <a:prstGeom prst="rect">
              <a:avLst/>
            </a:prstGeom>
          </p:spPr>
        </p:pic>
        <p:sp>
          <p:nvSpPr>
            <p:cNvPr id="16" name="三角形 15">
              <a:extLst>
                <a:ext uri="{FF2B5EF4-FFF2-40B4-BE49-F238E27FC236}">
                  <a16:creationId xmlns:a16="http://schemas.microsoft.com/office/drawing/2014/main" id="{D77457FC-95EB-0009-6A61-B8D7FB6F5A61}"/>
                </a:ext>
              </a:extLst>
            </p:cNvPr>
            <p:cNvSpPr/>
            <p:nvPr/>
          </p:nvSpPr>
          <p:spPr>
            <a:xfrm>
              <a:off x="5564778" y="3130731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三角形 16">
              <a:extLst>
                <a:ext uri="{FF2B5EF4-FFF2-40B4-BE49-F238E27FC236}">
                  <a16:creationId xmlns:a16="http://schemas.microsoft.com/office/drawing/2014/main" id="{6B48E8AB-EB81-0B87-764D-11D407ABFEC9}"/>
                </a:ext>
              </a:extLst>
            </p:cNvPr>
            <p:cNvSpPr/>
            <p:nvPr/>
          </p:nvSpPr>
          <p:spPr>
            <a:xfrm rot="5400000">
              <a:off x="5047883" y="2610929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三角形 17">
              <a:extLst>
                <a:ext uri="{FF2B5EF4-FFF2-40B4-BE49-F238E27FC236}">
                  <a16:creationId xmlns:a16="http://schemas.microsoft.com/office/drawing/2014/main" id="{4A835AAB-9486-6883-15B7-FCD596BF5868}"/>
                </a:ext>
              </a:extLst>
            </p:cNvPr>
            <p:cNvSpPr/>
            <p:nvPr/>
          </p:nvSpPr>
          <p:spPr>
            <a:xfrm rot="16200000">
              <a:off x="6087488" y="2610929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三角形 18">
              <a:extLst>
                <a:ext uri="{FF2B5EF4-FFF2-40B4-BE49-F238E27FC236}">
                  <a16:creationId xmlns:a16="http://schemas.microsoft.com/office/drawing/2014/main" id="{7D818450-56C9-0311-FC4D-5EDB6BE27039}"/>
                </a:ext>
              </a:extLst>
            </p:cNvPr>
            <p:cNvSpPr/>
            <p:nvPr/>
          </p:nvSpPr>
          <p:spPr>
            <a:xfrm rot="10800000">
              <a:off x="5564778" y="2091127"/>
              <a:ext cx="348342" cy="298269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33" name="图形 32" descr="地图指南针 纯色填充">
            <a:extLst>
              <a:ext uri="{FF2B5EF4-FFF2-40B4-BE49-F238E27FC236}">
                <a16:creationId xmlns:a16="http://schemas.microsoft.com/office/drawing/2014/main" id="{FAAD4B1D-99E1-F08C-673D-90BA48FDF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7063" y="2754247"/>
            <a:ext cx="585415" cy="58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7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Jingping</dc:creator>
  <cp:lastModifiedBy>He Jingping</cp:lastModifiedBy>
  <cp:revision>2</cp:revision>
  <dcterms:created xsi:type="dcterms:W3CDTF">2026-05-29T08:34:08Z</dcterms:created>
  <dcterms:modified xsi:type="dcterms:W3CDTF">2026-05-29T08:55:22Z</dcterms:modified>
</cp:coreProperties>
</file>